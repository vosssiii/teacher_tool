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Ebenen auf einer Folie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40000"/>
            <a:ext cx="2880000" cy="216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2160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Beschriftung auf dem Bild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rcRect l="25000"/>
          <a:stretch>
            <a:fillRect/>
          </a:stretch>
        </p:blipFill>
        <p:spPr>
          <a:xfrm>
            <a:off x="4320000" y="1440000"/>
            <a:ext cx="2880000" cy="216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4320000"/>
            <a:ext cx="2880000" cy="21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